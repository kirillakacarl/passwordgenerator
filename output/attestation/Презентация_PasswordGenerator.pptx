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72c466e0a349aa" /><Relationship Type="http://schemas.openxmlformats.org/officeDocument/2006/relationships/extended-properties" Target="/docProps/app.xml" Id="Rfb6952501e734cb4" /><Relationship Type="http://schemas.openxmlformats.org/officeDocument/2006/relationships/officeDocument" Target="/ppt/presentation.xml" Id="Rb88a56a674644c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2578617ddc4085"/>
  </p:sldMasterIdLst>
  <p:notesMasterIdLst>
    <p:notesMasterId xmlns:r="http://schemas.openxmlformats.org/officeDocument/2006/relationships" r:id="R4da6a6170e424708"/>
  </p:notesMasterIdLst>
  <p:sldIdLst>
    <p:sldId xmlns:r="http://schemas.openxmlformats.org/officeDocument/2006/relationships" id="256" r:id="Rd2e9d77101354fbb"/>
    <p:sldId xmlns:r="http://schemas.openxmlformats.org/officeDocument/2006/relationships" id="257" r:id="Rbf80778300fa4782"/>
    <p:sldId xmlns:r="http://schemas.openxmlformats.org/officeDocument/2006/relationships" id="258" r:id="R01ef7de6b533452d"/>
    <p:sldId xmlns:r="http://schemas.openxmlformats.org/officeDocument/2006/relationships" id="259" r:id="Rcc04232ffef34388"/>
    <p:sldId xmlns:r="http://schemas.openxmlformats.org/officeDocument/2006/relationships" id="260" r:id="Rae4ad15301684a05"/>
    <p:sldId xmlns:r="http://schemas.openxmlformats.org/officeDocument/2006/relationships" id="261" r:id="Rafa6f1b51c334ae1"/>
    <p:sldId xmlns:r="http://schemas.openxmlformats.org/officeDocument/2006/relationships" id="262" r:id="R8981510fbc6d44d8"/>
    <p:sldId xmlns:r="http://schemas.openxmlformats.org/officeDocument/2006/relationships" id="263" r:id="R6869d4928c6647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aee42569a6472d" /><Relationship Type="http://schemas.openxmlformats.org/officeDocument/2006/relationships/slideMaster" Target="/ppt/slideMasters/slideMaster1.xml" Id="R172578617ddc4085" /><Relationship Type="http://schemas.openxmlformats.org/officeDocument/2006/relationships/notesMaster" Target="/ppt/notesMasters/notesMaster1.xml" Id="R4da6a6170e424708" /><Relationship Type="http://schemas.openxmlformats.org/officeDocument/2006/relationships/presProps" Target="/ppt/presProps.xml" Id="R2e996715a8154f11" /><Relationship Type="http://schemas.openxmlformats.org/officeDocument/2006/relationships/tableStyles" Target="/ppt/tableStyles.xml" Id="R818362cefac44340" /><Relationship Type="http://schemas.openxmlformats.org/officeDocument/2006/relationships/slide" Target="/ppt/slides/slide1.xml" Id="Rd2e9d77101354fbb" /><Relationship Type="http://schemas.openxmlformats.org/officeDocument/2006/relationships/slide" Target="/ppt/slides/slide2.xml" Id="Rbf80778300fa4782" /><Relationship Type="http://schemas.openxmlformats.org/officeDocument/2006/relationships/slide" Target="/ppt/slides/slide3.xml" Id="R01ef7de6b533452d" /><Relationship Type="http://schemas.openxmlformats.org/officeDocument/2006/relationships/slide" Target="/ppt/slides/slide4.xml" Id="Rcc04232ffef34388" /><Relationship Type="http://schemas.openxmlformats.org/officeDocument/2006/relationships/slide" Target="/ppt/slides/slide5.xml" Id="Rae4ad15301684a05" /><Relationship Type="http://schemas.openxmlformats.org/officeDocument/2006/relationships/slide" Target="/ppt/slides/slide6.xml" Id="Rafa6f1b51c334ae1" /><Relationship Type="http://schemas.openxmlformats.org/officeDocument/2006/relationships/slide" Target="/ppt/slides/slide7.xml" Id="R8981510fbc6d44d8" /><Relationship Type="http://schemas.openxmlformats.org/officeDocument/2006/relationships/slide" Target="/ppt/slides/slide8.xml" Id="R6869d4928c6647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4a9c67f77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3991d983e54035" /><Relationship Type="http://schemas.openxmlformats.org/officeDocument/2006/relationships/notesMaster" Target="/ppt/notesMasters/notesMaster1.xml" Id="R97d066b34dd24f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0fb7d97df045ef" /><Relationship Type="http://schemas.openxmlformats.org/officeDocument/2006/relationships/notesMaster" Target="/ppt/notesMasters/notesMaster1.xml" Id="R0fddf2f55c5c49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2d7cdcf8d9466d" /><Relationship Type="http://schemas.openxmlformats.org/officeDocument/2006/relationships/notesMaster" Target="/ppt/notesMasters/notesMaster1.xml" Id="R888190f2082545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53b60360044eca" /><Relationship Type="http://schemas.openxmlformats.org/officeDocument/2006/relationships/notesMaster" Target="/ppt/notesMasters/notesMaster1.xml" Id="R563c2c748a684e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1f0211d4a045f8" /><Relationship Type="http://schemas.openxmlformats.org/officeDocument/2006/relationships/notesMaster" Target="/ppt/notesMasters/notesMaster1.xml" Id="R4de1ba2f14424b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24a32eaa41401e" /><Relationship Type="http://schemas.openxmlformats.org/officeDocument/2006/relationships/notesMaster" Target="/ppt/notesMasters/notesMaster1.xml" Id="Racf3b70c8385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af6d9f0ee6477a" /><Relationship Type="http://schemas.openxmlformats.org/officeDocument/2006/relationships/notesMaster" Target="/ppt/notesMasters/notesMaster1.xml" Id="R676f4849ccfb49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8a1424114e4ec5" /><Relationship Type="http://schemas.openxmlformats.org/officeDocument/2006/relationships/notesMaster" Target="/ppt/notesMasters/notesMaster1.xml" Id="R82e4b8958fd0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Здравствуйте, меня зовут ____________________, дата проведения итоговой аттестации –____________________, программа обучения –«Python-разработчик с использованием инструментов ИИ», период обучения с 05.10.2026 по 09.11.2026.</a:t>
            </a:r>
          </a:p>
          <a:p xmlns:a="http://schemas.openxmlformats.org/drawingml/2006/main">
            <a:r>
              <a:t>Тема моей итоговой работы: «Создание генератора случайных паролей с оценкой сложности». Я представляю приложение PasswordGenerator версии 1.0.0. Оно работает локально и имеет графический интерфейс на Tkinter.</a:t>
            </a:r>
          </a:p>
          <a:p xmlns:a="http://schemas.openxmlformats.org/drawingml/2006/main">
            <a:r>
              <a:t>Программа обучения: Python-разработчик с использованием инструментов ИИ. Заполнить поля до записи.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Целями итогового аттестационного задания были генерация паролей по настройкам пользователя, понятная оценка их сложности и сохранение в зашифрованном виде. Дополнительно я предусмотрел поиск записей, отображение даты сохранения и сортировку. Приложение разделено на модули. Интерфейс отвечает за действия пользователя, отдельные функции выполняют генерацию и оценку, а модуль хранения работает с файлом. Такое разделение позволяет проверять алгоритмы без запуска окна и объяснять каждую часть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Демонстрация: Показать схему модулей на слайде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генерации используется стандартный модуль secrets. Пользователь задаёт длину от четырёх до ста двадцати восьми символов и выбирает строчные буквы, прописные буквы, цифры и специальные знаки. Программа строит общий алфавит и выбирает случайные символы. Каждый результат обязательно содержит все выбранные группы. Если кандидату какой-то группы не хватает, программа создаёт новый. В интерфейсе пароль изначально скрыт, его можно показать или скопировать. Нажатие генерации ещё не означает сохранение в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Демонстрация: Сгенерировать учебный пароль длиной 16 и показать настройки.</a:t>
            </a:r>
          </a:p>
          <a:p xmlns:a="http://schemas.openxmlformats.org/drawingml/2006/main">
            <a:r>
              <a:t>Источник: https://docs.python.org/3/library/secrets.html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Оценку я реализовал как объяснимую учебную эвристику. Базовая версия учитывала длину и число групп символов. Но этого недостаточно: распространённый шаблон Password123! получал семьдесят шесть баллов и сильную категорию. С помощью Codex я проанализировал такие примеры и добавил распознавание распространённых фрагментов, повторов и последовательностей. Теперь тот же пример получает тридцать девять баллов и слабую категорию с пояснением. На семи заранее заданных основных примерах число совпадений с ожидаемыми категориями выросло с четырёх до семи. Это небольшой учебный набор, а не доказательство безопасности. Приложение не проверяет утечки и не обещает точного времени взлома. Реальные пароли в ИИ не передаются.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Демонстрация: Во вкладке оценки ввести Password123! и нажать «Оценить». Не использовать свой пароль.</a:t>
            </a:r>
          </a:p>
          <a:p xmlns:a="http://schemas.openxmlformats.org/drawingml/2006/main">
            <a:r>
              <a:t>Данные: docs/AI_USAGE.md, tests/test_assessment.py. Наборы подготовлены тем же ИИ и не являются независимым исследованием.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хранения используется библиотека cryptography. При создании файла пользователь задаёт мастер-пароль длиной не менее двенадцати символов и подтверждает его. Из мастер-пароля алгоритм Argon2id получает ключ. Для каждого нового хранилища создаются шестнадцать случайных байтов, которые называются криптографической солью. Она хранится открыто и нужна для повторного получения того же ключа. Сам мастер-пароль и ключ на диск не записываются. Fernet шифрует названия вместе с паролями и проверяет подлинность данных при открытии. Сохранение выполняется через временный файл с шифротекстом. При ошибке записи прежние данные остаются доступными. Работа с файлом выполняется в фоне, чтобы окно продолжало реагировать на действия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Демонстрация: Открыть заранее созданное учебное хранилище. При необходимости коротко показать предупреждение о коротком вводе.</a:t>
            </a:r>
          </a:p>
          <a:p xmlns:a="http://schemas.openxmlformats.org/drawingml/2006/main">
            <a:r>
              <a:t>Источники: https://cryptography.io/en/stable/fernet/ ; https://cryptography.io/en/stable/hazmat/primitives/key-derivation-functions/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Когда записей много, их можно найти по части названия без учёта регистра. Поиск не обращается к содержимому паролей. Список сортируется по названию и дате в обе стороны. Отображается момент сохранения записи в часовом поясе текущего компьютера. При фильтрации ранее показанный секрет скрывается. Кнопка «Закрыть хранилище» завершает сеанс и очищает поля. Записи остаются в файле, а для повторного открытия нужен мастер-пароль. Его восстановление и смена в первой версии не предусмотрены.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Демонстрация: Найти учебную запись, сменить сортировку, сбросить поиск и закрыть хранилище.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проверки написано сорок семь автоматических тестов. Они охватывают генерацию, оценку, работу ключа и файла, диалог мастер-пароля, поиск и сортировку. Проверяются граничные значения, неверный пароль, повреждение токена и отказ записи. Ручные проверки дополнительно подтвердили работу интерфейса и повторное открытие после перезапуска. Для удобства запуска я подготовил самостоятельный exe для Windows x64 через PyInstaller. В него включены Python, Tkinter и необходимые зависимости. Проверка готового exe из отдельной папки без Python в PATH прошла успешно. Это не заменяет отдельную проверку на другом компьютере.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Демонстрация: Показать сводку 47 тестов и файл exe. Не запускать длинную установку во время записи.</a:t>
            </a:r>
          </a:p>
          <a:p xmlns:a="http://schemas.openxmlformats.org/drawingml/2006/main">
            <a:r>
              <a:t>Данные: tests/, docs/PROGRESS.md, docs/BUILD_WINDOWS.md. Другой компьютер не является проверенным только на основании этого теста.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Результатами моей работы стали приложение с настраиваемой генерацией, объяснимой оценкой сложности и зашифрованным хранилищем, а также поиск, сортировка и самостоятельная Windows-сборка. В ходе работы я применил функции и классы Python, обработку ошибок, тестирование, Git и инструменты ИИ. Код снабжён учебными комментариями, а ограничения оценки и хранения описаны в документации. Функции выбранного кейса реализованы. Дальнейшее развитие может включать смену мастер-пароля и расширение правил оценки. Спасибо за внимание, доклад окончен.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Демонстрация: Показать итоговый слайд, сохранить лицо в кадре до завершения.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2317edc4049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1a85e829944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4b76b1eb246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eb12b742d48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c280b42514f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ad94a0689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AE0641-9838-4714-9AD6-94BE5862C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80FCC5-471F-4C50-B168-AC9B3D9AF4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400961-C599-4EC6-AEED-80AF50DC3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40118E-AB99-4F4E-A271-D899D3E766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386D53-7678-4D27-AC04-16087B0C91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D08E09-F07C-4D63-B3C9-C9C67D01A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E4E65C-2A32-4D00-AD47-3F17CA67E1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03E03A-E9AE-4F33-9B8E-E7A107B119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23A617-FA64-4C34-83ED-2E8928E76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F9C83F-80A9-4FF8-8DFE-5BA3D7AD40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acf4ea729d4b3b" /><Relationship Type="http://schemas.openxmlformats.org/officeDocument/2006/relationships/slideLayout" Target="/ppt/slideLayouts/slideLayout1.xml" Id="R0712548fe9764c62" /><Relationship Type="http://schemas.openxmlformats.org/officeDocument/2006/relationships/slideLayout" Target="/ppt/slideLayouts/slideLayout2.xml" Id="R39718245ec824301" /><Relationship Type="http://schemas.openxmlformats.org/officeDocument/2006/relationships/slideLayout" Target="/ppt/slideLayouts/slideLayout3.xml" Id="R378790cd2e01413f" /><Relationship Type="http://schemas.openxmlformats.org/officeDocument/2006/relationships/slideLayout" Target="/ppt/slideLayouts/slideLayout4.xml" Id="R6b148383a4c9433b" /><Relationship Type="http://schemas.openxmlformats.org/officeDocument/2006/relationships/slideLayout" Target="/ppt/slideLayouts/slideLayout5.xml" Id="R011e700404074437" /><Relationship Type="http://schemas.openxmlformats.org/officeDocument/2006/relationships/slideLayout" Target="/ppt/slideLayouts/slideLayout6.xml" Id="R18158cba2f1249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2548fe9764c62"/>
    <p:sldLayoutId xmlns:r="http://schemas.openxmlformats.org/officeDocument/2006/relationships" id="2147483650" r:id="R39718245ec824301"/>
    <p:sldLayoutId xmlns:r="http://schemas.openxmlformats.org/officeDocument/2006/relationships" id="2147483651" r:id="R378790cd2e01413f"/>
    <p:sldLayoutId xmlns:r="http://schemas.openxmlformats.org/officeDocument/2006/relationships" id="2147483652" r:id="R6b148383a4c9433b"/>
    <p:sldLayoutId xmlns:r="http://schemas.openxmlformats.org/officeDocument/2006/relationships" id="2147483653" r:id="R011e700404074437"/>
    <p:sldLayoutId xmlns:r="http://schemas.openxmlformats.org/officeDocument/2006/relationships" id="2147483654" r:id="R18158cba2f1249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927165ae24392" /><Relationship Type="http://schemas.openxmlformats.org/officeDocument/2006/relationships/notesSlide" Target="/ppt/notesSlides/notesSlide1.xml" Id="R319e258fe2da41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f7df50e1a4ea3" /><Relationship Type="http://schemas.openxmlformats.org/officeDocument/2006/relationships/notesSlide" Target="/ppt/notesSlides/notesSlide2.xml" Id="R34c27078266e48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618ad95524c91" /><Relationship Type="http://schemas.openxmlformats.org/officeDocument/2006/relationships/image" Target="/ppt/media/image.jpeg" Id="R401713f31bda47c1" /><Relationship Type="http://schemas.openxmlformats.org/officeDocument/2006/relationships/notesSlide" Target="/ppt/notesSlides/notesSlide3.xml" Id="R0d20942dd9d24d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cf42f43e14282" /><Relationship Type="http://schemas.openxmlformats.org/officeDocument/2006/relationships/image" Target="/ppt/media/image2.jpeg" Id="Recfd63e4b70c4ff2" /><Relationship Type="http://schemas.openxmlformats.org/officeDocument/2006/relationships/notesSlide" Target="/ppt/notesSlides/notesSlide4.xml" Id="R4d51c42e9ab34b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20506b57c44a1" /><Relationship Type="http://schemas.openxmlformats.org/officeDocument/2006/relationships/notesSlide" Target="/ppt/notesSlides/notesSlide5.xml" Id="R2129396279e4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819cc4d344b31" /><Relationship Type="http://schemas.openxmlformats.org/officeDocument/2006/relationships/image" Target="/ppt/media/image3.jpeg" Id="R656bcafd371f485d" /><Relationship Type="http://schemas.openxmlformats.org/officeDocument/2006/relationships/notesSlide" Target="/ppt/notesSlides/notesSlide6.xml" Id="R83551f456a9c4e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f77e9d6384885" /><Relationship Type="http://schemas.openxmlformats.org/officeDocument/2006/relationships/notesSlide" Target="/ppt/notesSlides/notesSlide7.xml" Id="R286a960fa3194c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1c4c83c75413d" /><Relationship Type="http://schemas.openxmlformats.org/officeDocument/2006/relationships/notesSlide" Target="/ppt/notesSlides/notesSlide8.xml" Id="Rc062122e0b7443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EAB42-57DE-4FD3-A710-24190AB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421FE-C136-455D-804D-43309BF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PasswordGenerator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1470F-4E0C-43E6-81A8-EDD03555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Генератор случайных паролей</a:t>
            </a:r>
          </a:p>
          <a:p xmlns:a="http://schemas.openxmlformats.org/drawingml/2006/main">
            <a:pPr>
              <a:defRPr sz="27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с оценкой сложности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537BF-625D-4A33-A641-5BCBA2DC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Кейс 8     Версия 1.0.0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A584-A039-4965-832C-7EB1864A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ФИО: ______________________________________</a:t>
            </a:r>
          </a:p>
          <a:p xmlns:a="http://schemas.openxmlformats.org/drawingml/2006/main">
            <a: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Дата аттестации: ____________________________</a:t>
            </a:r>
          </a:p>
          <a:p xmlns:a="http://schemas.openxmlformats.org/drawingml/2006/main">
            <a:pPr>
              <a:defRPr sz="18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Преподаватель: 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B856B-BFBD-4A37-A38F-05512870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Группа ПР-5-Р</a:t>
            </a:r>
          </a:p>
          <a:p xmlns:a="http://schemas.openxmlformats.org/drawingml/2006/main">
            <a:pPr>
              <a:defRPr sz="15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Обучение с 05.10.2026 по 09.11.2026</a:t>
            </a:r>
          </a:p>
        </p:txBody>
      </p:sp>
    </p:spTree>
    <p:extLst>
      <p:ext uri="{BB962C8B-B14F-4D97-AF65-F5344CB8AC3E}">
        <p14:creationId xmlns:p14="http://schemas.microsoft.com/office/powerpoint/2010/main" val="1527778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31DFA-0AB0-4313-9565-A97DBF4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26F5E-787B-4AA3-9A30-EC8811B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Задача и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67C14-893F-4698-A57A-147550B3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CE9E4-C489-4286-AECA-40C4D81F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Генерация, объяснимая оценка и зашифрованное сохранение</a:t>
            </a:r>
          </a:p>
          <a:p xmlns:a="http://schemas.openxmlformats.org/drawingml/2006/main">
            <a: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в локальном приложении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8BD13-2699-40B4-A1F9-ECA2706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34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902F0-B908-419B-B3C1-D8A297B9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Интерфейс Tkinter и обработчики действий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EC02B-5790-4C2F-B9CF-BA71FE77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Генерация и оценка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BC414-7680-4D26-87EB-EC3EF6A3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generator.py</a:t>
            </a:r>
          </a:p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assessment.py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7F78F-0E78-412D-AF61-BD961EB9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100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Хранение и ключ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25E81-4E0C-48C7-8425-4DD6FD8C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291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storage.py</a:t>
            </a:r>
          </a:p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encryption.py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6F328-616D-47B3-8242-091A1E23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Поиск и порядок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9F375-7FD1-416C-9384-175184E7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entry_view.py</a:t>
            </a:r>
          </a:p>
          <a:p xmlns:a="http://schemas.openxmlformats.org/drawingml/2006/main">
            <a:pPr>
              <a:defRPr sz="1875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Независимые функции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E8DD9-B93E-453E-9FDF-8FCD36A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Алгоритмы проверяются отдельно от окна</a:t>
            </a:r>
          </a:p>
        </p:txBody>
      </p:sp>
    </p:spTree>
    <p:extLst>
      <p:ext uri="{BB962C8B-B14F-4D97-AF65-F5344CB8AC3E}">
        <p14:creationId xmlns:p14="http://schemas.microsoft.com/office/powerpoint/2010/main" val="1408248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9092C-F770-4967-9DF3-4FECF079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726AE-874A-47D4-BB31-56A959F9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Генерация по настройкам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81DB1-91CF-4AD5-9052-054C083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849B9-6AAA-45EE-BF76-1D489EFB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048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Длина от 4 до 128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Четыре группы символов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Каждая выбранная группа</a:t>
            </a:r>
          </a:p>
          <a:p xmlns:a="http://schemas.openxmlformats.org/drawingml/2006/main">
            <a:pPr>
              <a:defRPr sz="22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присутствует в результате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3EE16-FA78-4B92-8C74-313AF86F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secrets использует случайность</a:t>
            </a:r>
          </a:p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операционной системы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B27FE-1F4D-4446-BFD5-D4771CCABA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713f31bda47c1"/>
          <a:stretch xmlns:a="http://schemas.openxmlformats.org/drawingml/2006/main"/>
        </p:blipFill>
        <p:spPr>
          <a:xfrm xmlns:a="http://schemas.openxmlformats.org/drawingml/2006/main">
            <a:off x="7048500" y="1515275"/>
            <a:ext cx="4476750" cy="441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91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9BBCA-9C19-4946-8431-71368276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5F8DC-50FA-41CE-AA2D-802AD35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Оценка и вклад 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4039E-E0F0-40DF-87BD-A1A82E9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95A34-13C0-42DD-ACD0-125761B4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905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Password123!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8FB88-D0A4-4250-AFAF-16959D69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Базовая оценка 76</a:t>
            </a:r>
          </a:p>
          <a:p xmlns:a="http://schemas.openxmlformats.org/drawingml/2006/main">
            <a:pPr>
              <a:defRPr sz="255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Улучшенная оценка 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17F7C-4231-4A65-B429-88BD4D04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Codex помог выявить шаблоны</a:t>
            </a:r>
          </a:p>
          <a:p xmlns:a="http://schemas.openxmlformats.org/drawingml/2006/main">
            <a: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и предложить правила проверки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Совпадения на учебном наборе:</a:t>
            </a:r>
          </a:p>
          <a:p xmlns:a="http://schemas.openxmlformats.org/drawingml/2006/main">
            <a:pPr>
              <a:defRPr sz="195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4 из 7 стали 7 из 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5496E-B78D-4807-A32F-86C6BC2AA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d63e4b70c4ff2"/>
          <a:stretch xmlns:a="http://schemas.openxmlformats.org/drawingml/2006/main"/>
        </p:blipFill>
        <p:spPr>
          <a:xfrm xmlns:a="http://schemas.openxmlformats.org/drawingml/2006/main">
            <a:off x="7048500" y="1515275"/>
            <a:ext cx="4476750" cy="441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71863-5866-4CE2-A4CB-CB1D8974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Учебная эвристика без проверки утечек</a:t>
            </a:r>
          </a:p>
        </p:txBody>
      </p:sp>
    </p:spTree>
    <p:extLst>
      <p:ext uri="{BB962C8B-B14F-4D97-AF65-F5344CB8AC3E}">
        <p14:creationId xmlns:p14="http://schemas.microsoft.com/office/powerpoint/2010/main" val="812150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EE740-638B-4ADB-9716-ACB1D263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B1DFC-1645-49E8-89D8-29AFC665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Зашифрованное хранилище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7EF19-0F06-428D-825D-926E9522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3A160-EB21-4F2B-AAFF-9128BC5E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5A059-13F5-4978-B707-2AB4CDB6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CE478-1FE9-4C91-B70D-132C4AA2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527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Мастер-пароль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9FF91-4DD8-4414-B27E-EE8992B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12–1024 символа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0ADE2-82F6-4F9F-9C41-D1424E1F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E0A9F-BBD3-4D8A-AD62-E8D5E969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76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B0FAD-1BBC-41A3-94B8-1F9AD92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527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Argon2id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74F3B-157E-4404-8D78-CA1A7B9E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Ключ и случайная соль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A0671-B481-4EA2-BDAA-23910225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FAE9E-F768-40B5-AC68-0BCA8746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76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5A341-879E-4DA9-BF0E-53937FEA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Fernet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65ECC-3F20-4554-B705-2BE59FE5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Шифрование и подлинность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4196E-4809-481D-BDBA-023374BD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E8DEC-C2F3-49C7-B2CB-667E8608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76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87322-D517-4BDD-BAF9-3FCF1A92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527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Файл .vault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9606C-3A97-4A3E-8157-0A3EA5F0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Названия и пароли вместе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98865-A12B-493F-ABCE-C08EC5B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Соль: 16 случайных байтов, хранящихся открыто</a:t>
            </a:r>
          </a:p>
          <a:p xmlns:a="http://schemas.openxmlformats.org/drawingml/2006/main">
            <a:pPr>
              <a:defRPr sz="2100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Мастер-пароль и ключ на диск не записываются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C967F-E96F-4404-9EAE-0561C932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Фоновая операция и атомарное сохранение</a:t>
            </a:r>
          </a:p>
        </p:txBody>
      </p:sp>
    </p:spTree>
    <p:extLst>
      <p:ext uri="{BB962C8B-B14F-4D97-AF65-F5344CB8AC3E}">
        <p14:creationId xmlns:p14="http://schemas.microsoft.com/office/powerpoint/2010/main" val="529591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86BF9-ECA0-4578-9D78-E53F6538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06235-9FD9-4898-8F87-D616DDAD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Работа со списком записей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CB1BA-37F5-4C3D-81FA-72CDF438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D9D14-B371-4BDE-963B-642DDAA7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953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Поиск по части названия</a:t>
            </a:r>
          </a:p>
          <a:p xmlns:a="http://schemas.openxmlformats.org/drawingml/2006/main">
            <a: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без учёта регистра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Четыре порядка сортировки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Дата сохранения записи</a:t>
            </a:r>
          </a:p>
          <a:p xmlns:a="http://schemas.openxmlformats.org/drawingml/2006/main">
            <a:pPr>
              <a:defRPr sz="217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в локальном часовом поясе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CED7F-6C4B-4070-BAEF-5F9AC9A7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953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Фильтр не меняет файл</a:t>
            </a:r>
          </a:p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и скрывает показанный секрет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B10D3-6E4B-4CD9-9417-A4F54A34D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bcafd371f485d"/>
          <a:stretch xmlns:a="http://schemas.openxmlformats.org/drawingml/2006/main"/>
        </p:blipFill>
        <p:spPr>
          <a:xfrm xmlns:a="http://schemas.openxmlformats.org/drawingml/2006/main">
            <a:off x="7048500" y="1515275"/>
            <a:ext cx="4476750" cy="441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03DF1-28D9-413A-8159-C65987E9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6F8ED-DCCF-4C57-B92C-38A2EEEF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Тестирование и самостоятельный exe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439A8-15F2-4F96-B6A2-8438411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E2CD4-078C-460A-88C1-CBA98B13B30B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6477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524000"/>
              </a:tblGrid>
              <a:tr h="563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Область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9E3"/>
                      </a:solidFill>
                      <a:prstDash val="solid"/>
                    </a:lnL>
                    <a:lnR w="9525">
                      <a:solidFill>
                        <a:srgbClr val="CDD9E3"/>
                      </a:solidFill>
                      <a:prstDash val="solid"/>
                    </a:lnR>
                    <a:lnT w="9525">
                      <a:solidFill>
                        <a:srgbClr val="CDD9E3"/>
                      </a:solidFill>
                      <a:prstDash val="solid"/>
                    </a:lnT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E4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Тестов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9E3"/>
                      </a:solidFill>
                      <a:prstDash val="solid"/>
                    </a:lnR>
                    <a:lnT w="9525">
                      <a:solidFill>
                        <a:srgbClr val="CDD9E3"/>
                      </a:solidFill>
                      <a:prstDash val="solid"/>
                    </a:lnT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E4F2F1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Генерация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9E3"/>
                      </a:solidFill>
                      <a:prstDash val="solid"/>
                    </a:lnL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Оценка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9E3"/>
                      </a:solidFill>
                      <a:prstDash val="solid"/>
                    </a:lnL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Ключ и хранилище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9E3"/>
                      </a:solidFill>
                      <a:prstDash val="solid"/>
                    </a:lnL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Мастер-пароль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9E3"/>
                      </a:solidFill>
                      <a:prstDash val="solid"/>
                    </a:lnL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Поиск и сортировка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9E3"/>
                      </a:solidFill>
                      <a:prstDash val="solid"/>
                    </a:lnL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B42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9E3"/>
                      </a:solidFill>
                      <a:prstDash val="solid"/>
                    </a:lnR>
                    <a:lnB w="9525">
                      <a:solidFill>
                        <a:srgbClr val="CD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F3A25-ACEA-46E0-932C-4CDA6FDE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CE5AA-4976-458E-A565-60280EB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6227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тестов прошли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6439-85C5-4452-9B16-E6177D54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3286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Готовый exe</a:t>
            </a:r>
          </a:p>
          <a:p xmlns:a="http://schemas.openxmlformats.org/drawingml/2006/main">
            <a: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Windows x64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Python включён</a:t>
            </a:r>
          </a:p>
          <a:p xmlns:a="http://schemas.openxmlformats.org/drawingml/2006/main">
            <a: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в комплект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CA1FC-642A-4178-8A0D-7BA754BD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Проверка из отдельной папки без Python в PATH прошла</a:t>
            </a:r>
          </a:p>
        </p:txBody>
      </p:sp>
    </p:spTree>
    <p:extLst>
      <p:ext uri="{BB962C8B-B14F-4D97-AF65-F5344CB8AC3E}">
        <p14:creationId xmlns:p14="http://schemas.microsoft.com/office/powerpoint/2010/main" val="1570441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0A0B6-BECF-4B77-B6F6-A953DB9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624D9-0F40-448D-B829-B330676A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Результаты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231DE-0D88-48F5-A243-BDE5D8E2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8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0184F-4B75-474F-AA4A-2AEE8CF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Готовое приложение 1.0.0</a:t>
            </a:r>
          </a:p>
          <a:p xmlns:a="http://schemas.openxmlformats.org/drawingml/2006/main">
            <a: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Генерация, оценка, хранение, поиск и сортировка</a:t>
            </a:r>
          </a:p>
          <a:p xmlns:a="http://schemas.openxmlformats.org/drawingml/2006/main">
            <a:pPr>
              <a:defRPr sz="2325" b="1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B42"/>
                </a:solidFill>
                <a:latin typeface="Arial"/>
                <a:ea typeface="Arial"/>
                <a:cs typeface="Arial"/>
              </a:rPr>
              <a:t>Исходный код, тесты и Windows-сборка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BEC10-8426-4C61-BDE5-6BBA7778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763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Ограничения</a:t>
            </a:r>
          </a:p>
          <a:p xmlns:a="http://schemas.openxmlformats.org/drawingml/2006/main">
            <a: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Оценка сложности остаётся эвристикой</a:t>
            </a:r>
          </a:p>
          <a:p xmlns:a="http://schemas.openxmlformats.org/drawingml/2006/main">
            <a: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Нет восстановления или смены мастер-пароля</a:t>
            </a:r>
          </a:p>
          <a:p xmlns:a="http://schemas.openxmlformats.org/drawingml/2006/main">
            <a:pPr>
              <a:defRPr sz="2025" b="0">
                <a:solidFill>
                  <a:srgbClr val="162B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B42"/>
                </a:solidFill>
                <a:latin typeface="Arial"/>
                <a:ea typeface="Arial"/>
                <a:cs typeface="Arial"/>
              </a:rPr>
              <a:t>Совместная запись в один файл не поддерживается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DCE3A-71FC-4B5A-AACD-9AC32789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C83"/>
                </a:solidFill>
                <a:latin typeface="Arial"/>
                <a:ea typeface="Arial"/>
                <a:cs typeface="Arial"/>
              </a:rPr>
              <a:t>github.com/KirillakaCarl/PasswordGenerator</a:t>
            </a:r>
          </a:p>
        </p:txBody>
      </p:sp>
    </p:spTree>
    <p:extLst>
      <p:ext uri="{BB962C8B-B14F-4D97-AF65-F5344CB8AC3E}">
        <p14:creationId xmlns:p14="http://schemas.microsoft.com/office/powerpoint/2010/main" val="339883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2026-10-31T19:53:27.7740000Z</dcterms:created>
  <dcterms:modified xsi:type="dcterms:W3CDTF">2026-10-31T19:53:27.7740000Z</dcterms:modified>
</coreProperties>
</file>